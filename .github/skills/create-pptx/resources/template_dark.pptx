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5029200"/>
            <a:ext cx="2560320" cy="182880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5029200"/>
            <a:ext cx="25603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8229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0F0F5"/>
                </a:solidFill>
                <a:latin typeface="メイリオ"/>
              </a:defRPr>
            </a:pPr>
            <a:r>
              <a:t>プレゼンテーションタイトル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A0A0B0"/>
                </a:solidFill>
                <a:latin typeface="メイリオ"/>
              </a:defRPr>
            </a:pPr>
            <a:r>
              <a:t>サブタイトル・補足情報をここに記入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89120"/>
            <a:ext cx="2743200" cy="36576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0A0B0"/>
                </a:solidFill>
                <a:latin typeface="メイリオ"/>
              </a:defRPr>
            </a:pPr>
            <a:r>
              <a:t>発表者名　|　所属　|　日付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5603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4572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009BF5"/>
                </a:solidFill>
                <a:latin typeface="メイリオ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7432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0F0F5"/>
                </a:solidFill>
                <a:latin typeface="メイリオ"/>
              </a:defRPr>
            </a:pPr>
            <a:r>
              <a:t>セクションタイトル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6576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A0A0B0"/>
                </a:solidFill>
                <a:latin typeface="メイリオ"/>
              </a:defRPr>
            </a:pPr>
            <a:r>
              <a:t>このセクションの概要をここに記入します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0F0F5"/>
                </a:solidFill>
                <a:latin typeface="メイリオ"/>
              </a:defRPr>
            </a:pPr>
            <a:r>
              <a:t>スライドタイトル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F0F0F5"/>
                </a:solidFill>
                <a:latin typeface="メイリオ"/>
              </a:defRPr>
            </a:pPr>
            <a:r>
              <a:t>• ここに本文テキストを記入します</a:t>
            </a:r>
            <a:br/>
            <a:r>
              <a:t>• 箇条書きで情報を整理</a:t>
            </a:r>
            <a:br/>
            <a:r>
              <a:t>• 重要なポイントを簡潔に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27432"/>
          </a:xfrm>
          <a:prstGeom prst="rect">
            <a:avLst/>
          </a:prstGeom>
          <a:solidFill>
            <a:srgbClr val="3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0A0B0"/>
                </a:solidFill>
                <a:latin typeface="メイリオ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0F0F5"/>
                </a:solidFill>
                <a:latin typeface="メイリオ"/>
              </a:defRPr>
            </a:pPr>
            <a:r>
              <a:t>2カラムレイアウト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120640" cy="43891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120640" cy="36576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0F0F5"/>
                </a:solidFill>
                <a:latin typeface="メイリオ"/>
              </a:defRPr>
            </a:pPr>
            <a:r>
              <a:t>左カラム見出し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38912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0A0B0"/>
                </a:solidFill>
                <a:latin typeface="メイリオ"/>
              </a:defRPr>
            </a:pPr>
            <a:r>
              <a:t>ここにテキストや説明文を記入します。図やグラフも配置可能です。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1206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0F0F5"/>
                </a:solidFill>
                <a:latin typeface="メイリオ"/>
              </a:defRPr>
            </a:pPr>
            <a:r>
              <a:t>右カラム見出し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43200"/>
            <a:ext cx="438912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0A0B0"/>
                </a:solidFill>
                <a:latin typeface="メイリオ"/>
              </a:defRPr>
            </a:pPr>
            <a:r>
              <a:t>対比する情報や補足データを配置します。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27432"/>
          </a:xfrm>
          <a:prstGeom prst="rect">
            <a:avLst/>
          </a:prstGeom>
          <a:solidFill>
            <a:srgbClr val="3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0F0F5"/>
                </a:solidFill>
                <a:latin typeface="メイリオ"/>
              </a:defRPr>
            </a:pPr>
            <a:r>
              <a:t>3つのポイント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474720" cy="4206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474720" cy="4572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009BF5"/>
                </a:solidFill>
                <a:latin typeface="メイリオ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0F0F5"/>
                </a:solidFill>
                <a:latin typeface="メイリオ"/>
              </a:defRPr>
            </a:pPr>
            <a:r>
              <a:t>ポイント1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A0A0B0"/>
                </a:solidFill>
                <a:latin typeface="メイリオ"/>
              </a:defRPr>
            </a:pPr>
            <a:r>
              <a:t>説明文をここに記入します。重要な内容を簡潔にまとめます。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474720" cy="4206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47472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01168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00D4AA"/>
                </a:solidFill>
                <a:latin typeface="メイリオ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2608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0F0F5"/>
                </a:solidFill>
                <a:latin typeface="メイリオ"/>
              </a:defRPr>
            </a:pPr>
            <a:r>
              <a:t>ポイント2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65760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A0A0B0"/>
                </a:solidFill>
                <a:latin typeface="メイリオ"/>
              </a:defRPr>
            </a:pPr>
            <a:r>
              <a:t>説明文をここに記入します。重要な内容を簡潔にまとめます。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474720" cy="420624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645920"/>
            <a:ext cx="3474720" cy="45720"/>
          </a:xfrm>
          <a:prstGeom prst="rect">
            <a:avLst/>
          </a:prstGeom>
          <a:solidFill>
            <a:srgbClr val="AA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AA70FF"/>
                </a:solidFill>
                <a:latin typeface="メイリオ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92608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0F0F5"/>
                </a:solidFill>
                <a:latin typeface="メイリオ"/>
              </a:defRPr>
            </a:pPr>
            <a:r>
              <a:t>ポイント3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65760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A0A0B0"/>
                </a:solidFill>
                <a:latin typeface="メイリオ"/>
              </a:defRPr>
            </a:pPr>
            <a:r>
              <a:t>説明文をここに記入します。重要な内容を簡潔にまとめます。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27432"/>
          </a:xfrm>
          <a:prstGeom prst="rect">
            <a:avLst/>
          </a:prstGeom>
          <a:solidFill>
            <a:srgbClr val="3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0F0F5"/>
                </a:solidFill>
                <a:latin typeface="メイリオ"/>
              </a:defRPr>
            </a:pPr>
            <a:r>
              <a:t>ビジュアル＋テキスト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solidFill>
            <a:srgbClr val="35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A0A0B0"/>
                </a:solidFill>
                <a:latin typeface="メイリオ"/>
              </a:defRPr>
            </a:pPr>
            <a:r>
              <a:t>画像・図表エリア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0F0F5"/>
                </a:solidFill>
                <a:latin typeface="メイリオ"/>
              </a:defRPr>
            </a:pPr>
            <a:r>
              <a:t>コンテンツ見出し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651760"/>
            <a:ext cx="1828800" cy="36576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017520"/>
            <a:ext cx="50292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0A0B0"/>
                </a:solidFill>
                <a:latin typeface="メイリオ"/>
              </a:defRPr>
            </a:pPr>
            <a:r>
              <a:t>画像や図表の説明テキストをここに記入します。</a:t>
            </a:r>
            <a:br/>
            <a:br/>
            <a:r>
              <a:t>• 要点1の説明</a:t>
            </a:r>
            <a:br/>
            <a:r>
              <a:t>• 要点2の説明</a:t>
            </a:r>
            <a:br/>
            <a:r>
              <a:t>• 要点3の説明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27432"/>
          </a:xfrm>
          <a:prstGeom prst="rect">
            <a:avLst/>
          </a:prstGeom>
          <a:solidFill>
            <a:srgbClr val="3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400" b="1">
                <a:solidFill>
                  <a:srgbClr val="F0F0F5"/>
                </a:solidFill>
                <a:latin typeface="メイリオ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36576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A0A0B0"/>
                </a:solidFill>
                <a:latin typeface="メイリオ"/>
              </a:defRPr>
            </a:pPr>
            <a: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A0A0B0"/>
                </a:solidFill>
                <a:latin typeface="メイリオ"/>
              </a:defRPr>
            </a:pPr>
            <a:r>
              <a:t>email@example.com  |  お問い合わせ先情報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3657600" cy="64008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3657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